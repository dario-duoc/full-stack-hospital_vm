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4" r:id="rId5"/>
    <p:sldId id="259" r:id="rId6"/>
    <p:sldId id="260" r:id="rId7"/>
    <p:sldId id="262" r:id="rId8"/>
    <p:sldId id="261" r:id="rId9"/>
    <p:sldId id="263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F53F0-871A-4323-A174-8A1FF4088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A2B3D3-D3A4-4796-8214-D8A0E2EC3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63B390-D252-475F-9F6D-76CB2D32B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BB8C-93A2-43C3-90D1-C632C53DA4D5}" type="datetimeFigureOut">
              <a:rPr lang="es-CL" smtClean="0"/>
              <a:t>27-03-2026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FB0C2C-BF67-4697-B03F-E36F6B83C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AA5DE4-20E1-491C-9846-361A8440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25EE-FDD1-4658-979D-F7C6A538570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9731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42651-819B-432A-9E72-059CBD84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B70297-32DD-4DEE-8D37-16CB91096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B0ED29-C47C-44EC-9DDF-91E72555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BB8C-93A2-43C3-90D1-C632C53DA4D5}" type="datetimeFigureOut">
              <a:rPr lang="es-CL" smtClean="0"/>
              <a:t>27-03-2026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2BBAFF-C721-4CAB-8F09-0634DC0E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887EE0-3080-472F-8DF8-AB40BC4B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25EE-FDD1-4658-979D-F7C6A538570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0123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4763A-C77A-4073-BCB1-E35F7659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11B14E-212F-4E5B-9753-2C7C51B12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3B022F-DD96-4714-9FBE-600647CE7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BB8C-93A2-43C3-90D1-C632C53DA4D5}" type="datetimeFigureOut">
              <a:rPr lang="es-CL" smtClean="0"/>
              <a:t>27-03-2026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15EA4-CF6E-4608-9F9F-98019D2F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F27385-654C-4CE3-B02A-A43E4DE5B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25EE-FDD1-4658-979D-F7C6A538570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7086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AEE0B-C742-4A15-AB55-24D79D17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2C518F-3ED8-4C5B-8345-763090402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14EBE3-B17D-418E-95EE-44BDA634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4F30A0-D27F-4DF4-8C3E-B52CB435B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BB8C-93A2-43C3-90D1-C632C53DA4D5}" type="datetimeFigureOut">
              <a:rPr lang="es-CL" smtClean="0"/>
              <a:t>27-03-2026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DE5825-012B-4EED-8AC7-055F7180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FD535B-74A2-45A4-BB64-FBF63CC0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25EE-FDD1-4658-979D-F7C6A538570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8720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247A9-7F22-48B0-9DC0-14BA51ED5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CD3D65-528D-4F89-987E-A0201025A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9E88BB-41B1-45BD-BE86-4C975EC20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1B21CA-CF5E-422E-8E03-20B91CAB0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0B522D2-5823-4E4E-B0B2-C72D2286D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A53D35-BDA8-4A23-900F-CE78DF1D7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BB8C-93A2-43C3-90D1-C632C53DA4D5}" type="datetimeFigureOut">
              <a:rPr lang="es-CL" smtClean="0"/>
              <a:t>27-03-2026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A54E02-A6CF-4679-AF5F-BC1490B8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4B5B36-941E-4590-A2F2-48287D6EE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25EE-FDD1-4658-979D-F7C6A538570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9601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1B224-30C0-4B25-8750-5316CBEC2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17105B-89C4-4C28-A837-2179E0E8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BB8C-93A2-43C3-90D1-C632C53DA4D5}" type="datetimeFigureOut">
              <a:rPr lang="es-CL" smtClean="0"/>
              <a:t>27-03-2026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35E8E2D-FC2A-45A8-90CA-693EAE6DC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853A39-EFDF-4832-9274-638C4005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25EE-FDD1-4658-979D-F7C6A538570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804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3F693E4-B2B5-45E2-B0EE-3EB30C47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BB8C-93A2-43C3-90D1-C632C53DA4D5}" type="datetimeFigureOut">
              <a:rPr lang="es-CL" smtClean="0"/>
              <a:t>27-03-2026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DFE3CE-A04A-4523-B7AD-D22DBA4A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EB3E32-EDD4-47D0-A07A-B62B17C0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25EE-FDD1-4658-979D-F7C6A538570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8437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2FF50-F005-4D78-BB4E-B5D33F8A8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7998D7-8FA7-4174-B425-9BAD4A6A4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06F0FF-9AA3-472B-95FA-82173C87D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7F17C4-EBAA-4678-B247-9A1A0B14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BB8C-93A2-43C3-90D1-C632C53DA4D5}" type="datetimeFigureOut">
              <a:rPr lang="es-CL" smtClean="0"/>
              <a:t>27-03-2026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5CD157-92F9-49EF-8C27-A5BCFB63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D360AF-91D1-413E-8724-BFDE68AC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25EE-FDD1-4658-979D-F7C6A538570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962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2E946-72A3-438A-B38C-25484513E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E9A7EF0-505C-478A-B8CF-FD2EF3D06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30BE2B-5946-4E68-A1A2-100ACB3F2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138825-62FF-46D2-A6E6-C8459CBC0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BB8C-93A2-43C3-90D1-C632C53DA4D5}" type="datetimeFigureOut">
              <a:rPr lang="es-CL" smtClean="0"/>
              <a:t>27-03-2026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3BD521-F056-4EB4-8067-B3CC8A37F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F8D834-EDD9-4997-AE85-CA0F7885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25EE-FDD1-4658-979D-F7C6A538570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5870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2B289-9CEC-4E4E-93AD-B251EF32B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E4D851-430C-418A-AA3D-ED55FD1B1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847B02-C7F8-439E-95D9-6B3A18FE1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BB8C-93A2-43C3-90D1-C632C53DA4D5}" type="datetimeFigureOut">
              <a:rPr lang="es-CL" smtClean="0"/>
              <a:t>27-03-2026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C53D-37CE-459E-B9E5-1ACB1AFB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5BF7F1-AF4B-4B7A-8031-2ADD32A7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25EE-FDD1-4658-979D-F7C6A538570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3168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B7E286-52D0-4D30-A41A-1A42FEB21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F5F721-09B6-43CA-8EF0-3817A4301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516604-8DCF-453C-9276-A8C569A5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2BB8C-93A2-43C3-90D1-C632C53DA4D5}" type="datetimeFigureOut">
              <a:rPr lang="es-CL" smtClean="0"/>
              <a:t>27-03-2026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79F86E-4A5A-46E7-848A-906A01509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2A6AC3-7CB7-49F3-9C9F-033C8D635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25EE-FDD1-4658-979D-F7C6A538570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818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42435EC-9650-4006-A847-F13B4F791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B138DB-C6E8-48CE-B1A0-8CB678587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5E8239-053C-4768-A74A-F90D17507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2BB8C-93A2-43C3-90D1-C632C53DA4D5}" type="datetimeFigureOut">
              <a:rPr lang="es-CL" smtClean="0"/>
              <a:t>27-03-2026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50E976-E1B6-4335-9027-0133A0E5E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68548A-7D79-4B47-8724-1CB676D44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F25EE-FDD1-4658-979D-F7C6A538570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053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5011203-1DB5-4E21-B7B5-1992FFF1B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87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1A10770-F984-4566-A592-0C066A78D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3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1B68482-0417-4D6E-B441-5CB78695B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387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49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AB727-59C4-4875-AAB4-A2E7E4AE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0E4AC6C-855D-4E6B-9BCA-5D8108BFB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7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58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85536AF-8BE3-45C1-8789-8F6D7A03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93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6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B6C21A80-6771-4B98-8802-F45E206C8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271022" cy="671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448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B92008F-A2FC-4656-B6E9-AB4F138D7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620977" cy="648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169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3FC5AAE-8F27-4617-9C1F-C3363E52E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387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24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2C1FFC0-4422-451C-9339-17B2EAABAC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5651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Montorio</dc:creator>
  <cp:lastModifiedBy>Carolina Montorio</cp:lastModifiedBy>
  <cp:revision>6</cp:revision>
  <dcterms:created xsi:type="dcterms:W3CDTF">2026-03-27T18:13:49Z</dcterms:created>
  <dcterms:modified xsi:type="dcterms:W3CDTF">2026-03-27T18:45:47Z</dcterms:modified>
</cp:coreProperties>
</file>